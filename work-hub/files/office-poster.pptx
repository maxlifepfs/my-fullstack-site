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21945600" cy="329184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012" autoAdjust="0"/>
    <p:restoredTop sz="94660"/>
  </p:normalViewPr>
  <p:slideViewPr>
    <p:cSldViewPr snapToGrid="0">
      <p:cViewPr>
        <p:scale>
          <a:sx n="25" d="100"/>
          <a:sy n="25" d="100"/>
        </p:scale>
        <p:origin x="2277" y="-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92B3A2F4-AEA7-4D05-A863-E7D0384112EF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78100" y="1200150"/>
            <a:ext cx="215900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5D5294C4-92C5-454D-A2C0-6AEA5C22B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751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984602" rtl="0" eaLnBrk="1" latinLnBrk="0" hangingPunct="1">
      <a:defRPr sz="3917" kern="1200">
        <a:solidFill>
          <a:schemeClr val="tx1"/>
        </a:solidFill>
        <a:latin typeface="+mn-lt"/>
        <a:ea typeface="+mn-ea"/>
        <a:cs typeface="+mn-cs"/>
      </a:defRPr>
    </a:lvl1pPr>
    <a:lvl2pPr marL="1492301" algn="l" defTabSz="2984602" rtl="0" eaLnBrk="1" latinLnBrk="0" hangingPunct="1">
      <a:defRPr sz="3917" kern="1200">
        <a:solidFill>
          <a:schemeClr val="tx1"/>
        </a:solidFill>
        <a:latin typeface="+mn-lt"/>
        <a:ea typeface="+mn-ea"/>
        <a:cs typeface="+mn-cs"/>
      </a:defRPr>
    </a:lvl2pPr>
    <a:lvl3pPr marL="2984602" algn="l" defTabSz="2984602" rtl="0" eaLnBrk="1" latinLnBrk="0" hangingPunct="1">
      <a:defRPr sz="3917" kern="1200">
        <a:solidFill>
          <a:schemeClr val="tx1"/>
        </a:solidFill>
        <a:latin typeface="+mn-lt"/>
        <a:ea typeface="+mn-ea"/>
        <a:cs typeface="+mn-cs"/>
      </a:defRPr>
    </a:lvl3pPr>
    <a:lvl4pPr marL="4476902" algn="l" defTabSz="2984602" rtl="0" eaLnBrk="1" latinLnBrk="0" hangingPunct="1">
      <a:defRPr sz="3917" kern="1200">
        <a:solidFill>
          <a:schemeClr val="tx1"/>
        </a:solidFill>
        <a:latin typeface="+mn-lt"/>
        <a:ea typeface="+mn-ea"/>
        <a:cs typeface="+mn-cs"/>
      </a:defRPr>
    </a:lvl4pPr>
    <a:lvl5pPr marL="5969203" algn="l" defTabSz="2984602" rtl="0" eaLnBrk="1" latinLnBrk="0" hangingPunct="1">
      <a:defRPr sz="3917" kern="1200">
        <a:solidFill>
          <a:schemeClr val="tx1"/>
        </a:solidFill>
        <a:latin typeface="+mn-lt"/>
        <a:ea typeface="+mn-ea"/>
        <a:cs typeface="+mn-cs"/>
      </a:defRPr>
    </a:lvl5pPr>
    <a:lvl6pPr marL="7461504" algn="l" defTabSz="2984602" rtl="0" eaLnBrk="1" latinLnBrk="0" hangingPunct="1">
      <a:defRPr sz="3917" kern="1200">
        <a:solidFill>
          <a:schemeClr val="tx1"/>
        </a:solidFill>
        <a:latin typeface="+mn-lt"/>
        <a:ea typeface="+mn-ea"/>
        <a:cs typeface="+mn-cs"/>
      </a:defRPr>
    </a:lvl6pPr>
    <a:lvl7pPr marL="8953805" algn="l" defTabSz="2984602" rtl="0" eaLnBrk="1" latinLnBrk="0" hangingPunct="1">
      <a:defRPr sz="3917" kern="1200">
        <a:solidFill>
          <a:schemeClr val="tx1"/>
        </a:solidFill>
        <a:latin typeface="+mn-lt"/>
        <a:ea typeface="+mn-ea"/>
        <a:cs typeface="+mn-cs"/>
      </a:defRPr>
    </a:lvl7pPr>
    <a:lvl8pPr marL="10446106" algn="l" defTabSz="2984602" rtl="0" eaLnBrk="1" latinLnBrk="0" hangingPunct="1">
      <a:defRPr sz="3917" kern="1200">
        <a:solidFill>
          <a:schemeClr val="tx1"/>
        </a:solidFill>
        <a:latin typeface="+mn-lt"/>
        <a:ea typeface="+mn-ea"/>
        <a:cs typeface="+mn-cs"/>
      </a:defRPr>
    </a:lvl8pPr>
    <a:lvl9pPr marL="11938406" algn="l" defTabSz="2984602" rtl="0" eaLnBrk="1" latinLnBrk="0" hangingPunct="1">
      <a:defRPr sz="391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5920" y="5387342"/>
            <a:ext cx="18653760" cy="11460480"/>
          </a:xfrm>
        </p:spPr>
        <p:txBody>
          <a:bodyPr anchor="b"/>
          <a:lstStyle>
            <a:lvl1pPr algn="ctr">
              <a:defRPr sz="1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17289782"/>
            <a:ext cx="16459200" cy="7947658"/>
          </a:xfrm>
        </p:spPr>
        <p:txBody>
          <a:bodyPr/>
          <a:lstStyle>
            <a:lvl1pPr marL="0" indent="0" algn="ctr">
              <a:buNone/>
              <a:defRPr sz="5760"/>
            </a:lvl1pPr>
            <a:lvl2pPr marL="1097280" indent="0" algn="ctr">
              <a:buNone/>
              <a:defRPr sz="4800"/>
            </a:lvl2pPr>
            <a:lvl3pPr marL="2194560" indent="0" algn="ctr">
              <a:buNone/>
              <a:defRPr sz="4320"/>
            </a:lvl3pPr>
            <a:lvl4pPr marL="3291840" indent="0" algn="ctr">
              <a:buNone/>
              <a:defRPr sz="3840"/>
            </a:lvl4pPr>
            <a:lvl5pPr marL="4389120" indent="0" algn="ctr">
              <a:buNone/>
              <a:defRPr sz="3840"/>
            </a:lvl5pPr>
            <a:lvl6pPr marL="5486400" indent="0" algn="ctr">
              <a:buNone/>
              <a:defRPr sz="3840"/>
            </a:lvl6pPr>
            <a:lvl7pPr marL="6583680" indent="0" algn="ctr">
              <a:buNone/>
              <a:defRPr sz="3840"/>
            </a:lvl7pPr>
            <a:lvl8pPr marL="7680960" indent="0" algn="ctr">
              <a:buNone/>
              <a:defRPr sz="3840"/>
            </a:lvl8pPr>
            <a:lvl9pPr marL="8778240" indent="0" algn="ctr">
              <a:buNone/>
              <a:defRPr sz="38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1D3A9-5A75-4648-88EF-E0891275FBF5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197A5-EC73-4529-B87A-097A42097B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52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1D3A9-5A75-4648-88EF-E0891275FBF5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197A5-EC73-4529-B87A-097A42097B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322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7331" y="8206749"/>
            <a:ext cx="18928080" cy="13693138"/>
          </a:xfrm>
        </p:spPr>
        <p:txBody>
          <a:bodyPr anchor="b"/>
          <a:lstStyle>
            <a:lvl1pPr>
              <a:defRPr sz="1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7331" y="22029429"/>
            <a:ext cx="18928080" cy="7200898"/>
          </a:xfrm>
        </p:spPr>
        <p:txBody>
          <a:bodyPr/>
          <a:lstStyle>
            <a:lvl1pPr marL="0" indent="0">
              <a:buNone/>
              <a:defRPr sz="5760">
                <a:solidFill>
                  <a:schemeClr val="tx1"/>
                </a:solidFill>
              </a:defRPr>
            </a:lvl1pPr>
            <a:lvl2pPr marL="109728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2pPr>
            <a:lvl3pPr marL="2194560" indent="0">
              <a:buNone/>
              <a:defRPr sz="4320">
                <a:solidFill>
                  <a:schemeClr val="tx1">
                    <a:tint val="75000"/>
                  </a:schemeClr>
                </a:solidFill>
              </a:defRPr>
            </a:lvl3pPr>
            <a:lvl4pPr marL="329184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4pPr>
            <a:lvl5pPr marL="438912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5pPr>
            <a:lvl6pPr marL="548640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6pPr>
            <a:lvl7pPr marL="658368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7pPr>
            <a:lvl8pPr marL="768096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8pPr>
            <a:lvl9pPr marL="877824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1D3A9-5A75-4648-88EF-E0891275FBF5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197A5-EC73-4529-B87A-097A42097B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483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8760" y="8763000"/>
            <a:ext cx="932688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09960" y="8763000"/>
            <a:ext cx="932688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1D3A9-5A75-4648-88EF-E0891275FBF5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197A5-EC73-4529-B87A-097A42097B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495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18" y="1752607"/>
            <a:ext cx="1892808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1621" y="8069582"/>
            <a:ext cx="9284016" cy="3954778"/>
          </a:xfrm>
        </p:spPr>
        <p:txBody>
          <a:bodyPr anchor="b"/>
          <a:lstStyle>
            <a:lvl1pPr marL="0" indent="0">
              <a:buNone/>
              <a:defRPr sz="5760" b="1"/>
            </a:lvl1pPr>
            <a:lvl2pPr marL="1097280" indent="0">
              <a:buNone/>
              <a:defRPr sz="4800" b="1"/>
            </a:lvl2pPr>
            <a:lvl3pPr marL="2194560" indent="0">
              <a:buNone/>
              <a:defRPr sz="4320" b="1"/>
            </a:lvl3pPr>
            <a:lvl4pPr marL="3291840" indent="0">
              <a:buNone/>
              <a:defRPr sz="3840" b="1"/>
            </a:lvl4pPr>
            <a:lvl5pPr marL="4389120" indent="0">
              <a:buNone/>
              <a:defRPr sz="3840" b="1"/>
            </a:lvl5pPr>
            <a:lvl6pPr marL="5486400" indent="0">
              <a:buNone/>
              <a:defRPr sz="3840" b="1"/>
            </a:lvl6pPr>
            <a:lvl7pPr marL="6583680" indent="0">
              <a:buNone/>
              <a:defRPr sz="3840" b="1"/>
            </a:lvl7pPr>
            <a:lvl8pPr marL="7680960" indent="0">
              <a:buNone/>
              <a:defRPr sz="3840" b="1"/>
            </a:lvl8pPr>
            <a:lvl9pPr marL="8778240" indent="0">
              <a:buNone/>
              <a:defRPr sz="3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1621" y="12024360"/>
            <a:ext cx="9284016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109961" y="8069582"/>
            <a:ext cx="9329738" cy="3954778"/>
          </a:xfrm>
        </p:spPr>
        <p:txBody>
          <a:bodyPr anchor="b"/>
          <a:lstStyle>
            <a:lvl1pPr marL="0" indent="0">
              <a:buNone/>
              <a:defRPr sz="5760" b="1"/>
            </a:lvl1pPr>
            <a:lvl2pPr marL="1097280" indent="0">
              <a:buNone/>
              <a:defRPr sz="4800" b="1"/>
            </a:lvl2pPr>
            <a:lvl3pPr marL="2194560" indent="0">
              <a:buNone/>
              <a:defRPr sz="4320" b="1"/>
            </a:lvl3pPr>
            <a:lvl4pPr marL="3291840" indent="0">
              <a:buNone/>
              <a:defRPr sz="3840" b="1"/>
            </a:lvl4pPr>
            <a:lvl5pPr marL="4389120" indent="0">
              <a:buNone/>
              <a:defRPr sz="3840" b="1"/>
            </a:lvl5pPr>
            <a:lvl6pPr marL="5486400" indent="0">
              <a:buNone/>
              <a:defRPr sz="3840" b="1"/>
            </a:lvl6pPr>
            <a:lvl7pPr marL="6583680" indent="0">
              <a:buNone/>
              <a:defRPr sz="3840" b="1"/>
            </a:lvl7pPr>
            <a:lvl8pPr marL="7680960" indent="0">
              <a:buNone/>
              <a:defRPr sz="3840" b="1"/>
            </a:lvl8pPr>
            <a:lvl9pPr marL="8778240" indent="0">
              <a:buNone/>
              <a:defRPr sz="3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109961" y="12024360"/>
            <a:ext cx="9329738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1D3A9-5A75-4648-88EF-E0891275FBF5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197A5-EC73-4529-B87A-097A42097B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674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1D3A9-5A75-4648-88EF-E0891275FBF5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197A5-EC73-4529-B87A-097A42097B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480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1D3A9-5A75-4648-88EF-E0891275FBF5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197A5-EC73-4529-B87A-097A42097B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853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19" y="2194560"/>
            <a:ext cx="7078027" cy="7680960"/>
          </a:xfrm>
        </p:spPr>
        <p:txBody>
          <a:bodyPr anchor="b"/>
          <a:lstStyle>
            <a:lvl1pPr>
              <a:defRPr sz="7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29738" y="4739647"/>
            <a:ext cx="11109960" cy="23393400"/>
          </a:xfrm>
        </p:spPr>
        <p:txBody>
          <a:bodyPr/>
          <a:lstStyle>
            <a:lvl1pPr>
              <a:defRPr sz="7680"/>
            </a:lvl1pPr>
            <a:lvl2pPr>
              <a:defRPr sz="6720"/>
            </a:lvl2pPr>
            <a:lvl3pPr>
              <a:defRPr sz="5760"/>
            </a:lvl3pPr>
            <a:lvl4pPr>
              <a:defRPr sz="4800"/>
            </a:lvl4pPr>
            <a:lvl5pPr>
              <a:defRPr sz="4800"/>
            </a:lvl5pPr>
            <a:lvl6pPr>
              <a:defRPr sz="4800"/>
            </a:lvl6pPr>
            <a:lvl7pPr>
              <a:defRPr sz="4800"/>
            </a:lvl7pPr>
            <a:lvl8pPr>
              <a:defRPr sz="4800"/>
            </a:lvl8pPr>
            <a:lvl9pPr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1619" y="9875520"/>
            <a:ext cx="7078027" cy="18295622"/>
          </a:xfrm>
        </p:spPr>
        <p:txBody>
          <a:bodyPr/>
          <a:lstStyle>
            <a:lvl1pPr marL="0" indent="0">
              <a:buNone/>
              <a:defRPr sz="3840"/>
            </a:lvl1pPr>
            <a:lvl2pPr marL="1097280" indent="0">
              <a:buNone/>
              <a:defRPr sz="3360"/>
            </a:lvl2pPr>
            <a:lvl3pPr marL="2194560" indent="0">
              <a:buNone/>
              <a:defRPr sz="2880"/>
            </a:lvl3pPr>
            <a:lvl4pPr marL="3291840" indent="0">
              <a:buNone/>
              <a:defRPr sz="2400"/>
            </a:lvl4pPr>
            <a:lvl5pPr marL="4389120" indent="0">
              <a:buNone/>
              <a:defRPr sz="2400"/>
            </a:lvl5pPr>
            <a:lvl6pPr marL="5486400" indent="0">
              <a:buNone/>
              <a:defRPr sz="2400"/>
            </a:lvl6pPr>
            <a:lvl7pPr marL="6583680" indent="0">
              <a:buNone/>
              <a:defRPr sz="2400"/>
            </a:lvl7pPr>
            <a:lvl8pPr marL="7680960" indent="0">
              <a:buNone/>
              <a:defRPr sz="2400"/>
            </a:lvl8pPr>
            <a:lvl9pPr marL="8778240" indent="0">
              <a:buNone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1D3A9-5A75-4648-88EF-E0891275FBF5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197A5-EC73-4529-B87A-097A42097B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000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19" y="2194560"/>
            <a:ext cx="7078027" cy="7680960"/>
          </a:xfrm>
        </p:spPr>
        <p:txBody>
          <a:bodyPr anchor="b"/>
          <a:lstStyle>
            <a:lvl1pPr>
              <a:defRPr sz="7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329738" y="4739647"/>
            <a:ext cx="11109960" cy="23393400"/>
          </a:xfrm>
        </p:spPr>
        <p:txBody>
          <a:bodyPr anchor="t"/>
          <a:lstStyle>
            <a:lvl1pPr marL="0" indent="0">
              <a:buNone/>
              <a:defRPr sz="7680"/>
            </a:lvl1pPr>
            <a:lvl2pPr marL="1097280" indent="0">
              <a:buNone/>
              <a:defRPr sz="6720"/>
            </a:lvl2pPr>
            <a:lvl3pPr marL="2194560" indent="0">
              <a:buNone/>
              <a:defRPr sz="5760"/>
            </a:lvl3pPr>
            <a:lvl4pPr marL="3291840" indent="0">
              <a:buNone/>
              <a:defRPr sz="4800"/>
            </a:lvl4pPr>
            <a:lvl5pPr marL="4389120" indent="0">
              <a:buNone/>
              <a:defRPr sz="4800"/>
            </a:lvl5pPr>
            <a:lvl6pPr marL="5486400" indent="0">
              <a:buNone/>
              <a:defRPr sz="4800"/>
            </a:lvl6pPr>
            <a:lvl7pPr marL="6583680" indent="0">
              <a:buNone/>
              <a:defRPr sz="4800"/>
            </a:lvl7pPr>
            <a:lvl8pPr marL="7680960" indent="0">
              <a:buNone/>
              <a:defRPr sz="4800"/>
            </a:lvl8pPr>
            <a:lvl9pPr marL="8778240" indent="0">
              <a:buNone/>
              <a:defRPr sz="4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1619" y="9875520"/>
            <a:ext cx="7078027" cy="18295622"/>
          </a:xfrm>
        </p:spPr>
        <p:txBody>
          <a:bodyPr/>
          <a:lstStyle>
            <a:lvl1pPr marL="0" indent="0">
              <a:buNone/>
              <a:defRPr sz="3840"/>
            </a:lvl1pPr>
            <a:lvl2pPr marL="1097280" indent="0">
              <a:buNone/>
              <a:defRPr sz="3360"/>
            </a:lvl2pPr>
            <a:lvl3pPr marL="2194560" indent="0">
              <a:buNone/>
              <a:defRPr sz="2880"/>
            </a:lvl3pPr>
            <a:lvl4pPr marL="3291840" indent="0">
              <a:buNone/>
              <a:defRPr sz="2400"/>
            </a:lvl4pPr>
            <a:lvl5pPr marL="4389120" indent="0">
              <a:buNone/>
              <a:defRPr sz="2400"/>
            </a:lvl5pPr>
            <a:lvl6pPr marL="5486400" indent="0">
              <a:buNone/>
              <a:defRPr sz="2400"/>
            </a:lvl6pPr>
            <a:lvl7pPr marL="6583680" indent="0">
              <a:buNone/>
              <a:defRPr sz="2400"/>
            </a:lvl7pPr>
            <a:lvl8pPr marL="7680960" indent="0">
              <a:buNone/>
              <a:defRPr sz="2400"/>
            </a:lvl8pPr>
            <a:lvl9pPr marL="8778240" indent="0">
              <a:buNone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1D3A9-5A75-4648-88EF-E0891275FBF5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197A5-EC73-4529-B87A-097A42097B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100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1D3A9-5A75-4648-88EF-E0891275FBF5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197A5-EC73-4529-B87A-097A42097B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545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704821" y="1752600"/>
            <a:ext cx="473202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08761" y="1752600"/>
            <a:ext cx="1392174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1D3A9-5A75-4648-88EF-E0891275FBF5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197A5-EC73-4529-B87A-097A42097B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719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08760" y="1752607"/>
            <a:ext cx="1892808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08760" y="8763000"/>
            <a:ext cx="1892808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08760" y="30510487"/>
            <a:ext cx="493776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21D3A9-5A75-4648-88EF-E0891275FBF5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69480" y="30510487"/>
            <a:ext cx="740664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499080" y="30510487"/>
            <a:ext cx="493776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197A5-EC73-4529-B87A-097A42097B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707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194560" rtl="0" eaLnBrk="1" latinLnBrk="0" hangingPunct="1">
        <a:lnSpc>
          <a:spcPct val="90000"/>
        </a:lnSpc>
        <a:spcBef>
          <a:spcPct val="0"/>
        </a:spcBef>
        <a:buNone/>
        <a:defRPr sz="105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48640" indent="-548640" algn="l" defTabSz="219456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672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84048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4pPr>
      <a:lvl5pPr marL="493776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5pPr>
      <a:lvl6pPr marL="603504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713232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822960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932688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1pPr>
      <a:lvl2pPr marL="109728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2pPr>
      <a:lvl3pPr marL="219456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3pPr>
      <a:lvl4pPr marL="329184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4pPr>
      <a:lvl5pPr marL="438912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5pPr>
      <a:lvl6pPr marL="548640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658368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768096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877824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C2D425C-89C0-DB8E-8935-483698ABB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1886" y="12646111"/>
            <a:ext cx="10632874" cy="5895771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F18301-854F-2DF0-1C8F-4963505C8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1887" y="6442824"/>
            <a:ext cx="10632875" cy="5922547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26" name="Arrow: Down 25">
            <a:extLst>
              <a:ext uri="{FF2B5EF4-FFF2-40B4-BE49-F238E27FC236}">
                <a16:creationId xmlns:a16="http://schemas.microsoft.com/office/drawing/2014/main" id="{63739510-EF06-B996-D942-08FC12EA70D0}"/>
              </a:ext>
            </a:extLst>
          </p:cNvPr>
          <p:cNvSpPr/>
          <p:nvPr/>
        </p:nvSpPr>
        <p:spPr>
          <a:xfrm>
            <a:off x="15808534" y="25007655"/>
            <a:ext cx="434584" cy="102858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904078-D75D-5017-6D98-BCFDCD2D7F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294" y="5556260"/>
            <a:ext cx="8728589" cy="5344617"/>
          </a:xfrm>
          <a:prstGeom prst="rect">
            <a:avLst/>
          </a:prstGeom>
          <a:ln w="25400">
            <a:solidFill>
              <a:srgbClr val="00B0F0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26CFBA-B66C-4EC3-8870-FD0C8AD88D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838" y="11612407"/>
            <a:ext cx="9258358" cy="5172329"/>
          </a:xfrm>
          <a:prstGeom prst="rect">
            <a:avLst/>
          </a:prstGeom>
          <a:ln w="25400">
            <a:solidFill>
              <a:srgbClr val="00B0F0"/>
            </a:solidFill>
          </a:ln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60E23C91-5AD8-5B47-AA72-9C146EAE37DE}"/>
              </a:ext>
            </a:extLst>
          </p:cNvPr>
          <p:cNvSpPr/>
          <p:nvPr/>
        </p:nvSpPr>
        <p:spPr>
          <a:xfrm>
            <a:off x="4387634" y="10676956"/>
            <a:ext cx="466928" cy="85603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1AD60F83-1C4F-E510-4FEA-A4A6101F8A20}"/>
              </a:ext>
            </a:extLst>
          </p:cNvPr>
          <p:cNvSpPr/>
          <p:nvPr/>
        </p:nvSpPr>
        <p:spPr>
          <a:xfrm rot="17497926">
            <a:off x="10132506" y="14863178"/>
            <a:ext cx="466912" cy="127868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1319B91A-720B-6F99-6CE7-94A3553CFF5F}"/>
              </a:ext>
            </a:extLst>
          </p:cNvPr>
          <p:cNvSpPr/>
          <p:nvPr/>
        </p:nvSpPr>
        <p:spPr>
          <a:xfrm rot="13206769">
            <a:off x="9854367" y="10321831"/>
            <a:ext cx="448258" cy="186962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951561D-2297-1F27-1BA1-3A66EE5A9D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143" y="26178091"/>
            <a:ext cx="9677999" cy="5470172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6443D19-7CD1-E060-FA80-1CB702C332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9106" y="19248092"/>
            <a:ext cx="10261713" cy="5759563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5554101-0151-A751-972A-3420338B282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15559" y="19248092"/>
            <a:ext cx="10055119" cy="6092638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BB265B2-FE0C-7E02-6491-9856B3870F1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97833" y="26165958"/>
            <a:ext cx="9858635" cy="5482305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24" name="Arrow: Down 23">
            <a:extLst>
              <a:ext uri="{FF2B5EF4-FFF2-40B4-BE49-F238E27FC236}">
                <a16:creationId xmlns:a16="http://schemas.microsoft.com/office/drawing/2014/main" id="{2B6B3090-9AD8-1306-97AA-ABB08D72F4F1}"/>
              </a:ext>
            </a:extLst>
          </p:cNvPr>
          <p:cNvSpPr/>
          <p:nvPr/>
        </p:nvSpPr>
        <p:spPr>
          <a:xfrm rot="3393594">
            <a:off x="9202191" y="17168391"/>
            <a:ext cx="316233" cy="252555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BDA45C60-809E-1AF4-E7AF-4C51A4C44A25}"/>
              </a:ext>
            </a:extLst>
          </p:cNvPr>
          <p:cNvSpPr/>
          <p:nvPr/>
        </p:nvSpPr>
        <p:spPr>
          <a:xfrm>
            <a:off x="17016838" y="18112363"/>
            <a:ext cx="434584" cy="102858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8B7DBF-51BB-D474-2CCD-8A77A45737E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30199" y="270170"/>
            <a:ext cx="10655146" cy="457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498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91FE826-E93C-2D48-C691-B82C85455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1660233"/>
            <a:ext cx="10039350" cy="565559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EE76993-618F-D8A9-6B2A-B46FA3424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5837" y="9739170"/>
            <a:ext cx="9677999" cy="5462249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E756404-7C2B-8B47-338A-108F59E5BD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37112" y="1746875"/>
            <a:ext cx="9258354" cy="5482306"/>
          </a:xfrm>
          <a:prstGeom prst="rect">
            <a:avLst/>
          </a:prstGeom>
          <a:ln w="25400">
            <a:solidFill>
              <a:srgbClr val="00B0F0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7063901-774D-488F-51CD-862D9022FE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959" y="9533714"/>
            <a:ext cx="9847806" cy="5667705"/>
          </a:xfrm>
          <a:prstGeom prst="rect">
            <a:avLst/>
          </a:prstGeom>
          <a:ln w="25400">
            <a:solidFill>
              <a:srgbClr val="00B0F0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87072C-7E26-7A18-C20A-A4C29ACF42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709" y="16459200"/>
            <a:ext cx="20614737" cy="9221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977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9BA7A-D02A-ACCB-8086-C08B1097E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337FB4-8154-2F05-5691-E5BF9859A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048" y="17211654"/>
            <a:ext cx="10446295" cy="64272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6FA4509-E636-E4D6-1B22-16FBEE44C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193" y="1685828"/>
            <a:ext cx="15534441" cy="63747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902FEA-BC46-ED00-F415-56D8DCAFF0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876" y="8640501"/>
            <a:ext cx="15257781" cy="683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154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B2613-681F-4864-733F-9FCB32EC9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506353-CB8A-3A83-1430-608B08369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683" y="511034"/>
            <a:ext cx="8449146" cy="17049846"/>
          </a:xfrm>
          <a:prstGeom prst="rect">
            <a:avLst/>
          </a:prstGeom>
        </p:spPr>
      </p:pic>
      <p:pic>
        <p:nvPicPr>
          <p:cNvPr id="10" name="Picture 9" descr="A globe and coins on a pile of coins&#10;&#10;Description automatically generated">
            <a:extLst>
              <a:ext uri="{FF2B5EF4-FFF2-40B4-BE49-F238E27FC236}">
                <a16:creationId xmlns:a16="http://schemas.microsoft.com/office/drawing/2014/main" id="{4F6809EA-C57A-5572-3DB9-4E48AE4664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6990" y="9473043"/>
            <a:ext cx="11330836" cy="76150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6148150-85A5-72F6-6B7D-8A9B3EA59B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990" y="511034"/>
            <a:ext cx="11330836" cy="7615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875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290</TotalTime>
  <Words>0</Words>
  <Application>Microsoft Office PowerPoint</Application>
  <PresentationFormat>Custom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Tim Bao</dc:creator>
  <cp:lastModifiedBy>Tim Bao</cp:lastModifiedBy>
  <cp:revision>11</cp:revision>
  <cp:lastPrinted>2023-08-13T23:59:26Z</cp:lastPrinted>
  <dcterms:created xsi:type="dcterms:W3CDTF">2023-08-08T17:59:45Z</dcterms:created>
  <dcterms:modified xsi:type="dcterms:W3CDTF">2026-07-25T17:32:53Z</dcterms:modified>
</cp:coreProperties>
</file>